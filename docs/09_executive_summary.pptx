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Underwriting Document Review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Opportunity Proposal — Milestone 1 Executive Summary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464040" y="365760"/>
            <a:ext cx="2240280" cy="777240"/>
          </a:xfrm>
          <a:prstGeom prst="roundRect">
            <a:avLst>
              <a:gd name="adj" fmla="val 14118"/>
            </a:avLst>
          </a:prstGeom>
          <a:solidFill>
            <a:srgbClr val="2F8F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464040" y="42062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464040" y="67665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645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15819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202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Underwriters manually re-key and cross-check figures from pay stubs, bank statements, and W-2s against loan applications — on every file.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51960" y="14173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16459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09160" y="15819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/ KPI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19202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min review time; ~8% rework rate; ~2.5 touches/file.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&lt;10 min; rework rate flat or better; ≤1.5 touches/file.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14173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75320" y="1645920"/>
            <a:ext cx="146304" cy="14630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03920" y="15819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19202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Document-grounded data extraction + inconsistency detection. Pulls known fields from semi-structured financial documents and flags mismatches.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379476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37307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0690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Synthetic/fictional loan document sets, current time &amp; rework-rate tracking, discrepancy-type taxonomy. No real applicant data used.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51960" y="356616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80560" y="3794760"/>
            <a:ext cx="146304" cy="14630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09160" y="37307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NON-AI ALTERNATIVE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40690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intake form + document checklist. Reduces resubmissions but doesn't remove the need to verify figures against source documents.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46720" y="356616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75320" y="379476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503920" y="37307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CONTROL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275320" y="40690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incorrect field extraction feeding a decision.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underwriter confirms every extracted figure against the source image before use.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562356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0080" y="56235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Recurring, high-volume pain • measurable value • feasible evidence path • controllable risk with human sign-off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7397 • Milestone 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2026-09-15T16:03:49Z</dcterms:created>
  <dcterms:modified xsi:type="dcterms:W3CDTF">2026-09-15T16:03:49Z</dcterms:modified>
</cp:coreProperties>
</file>